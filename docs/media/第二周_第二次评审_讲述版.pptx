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各位老师、同学好，我是第 4 组的何易。今天代表小组汇报第二次阶段性评审。这一周有两个重点：第一，Sprint 1 的交付物在真实运行环境下复测通过；第二，课程挑战升级 A.1、A.2 已经完成实现并通过接口联调。下面我按这两条主线展开。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本周定位有两个重点。重点二放在前面讲，因为这是本轮的增量成果：A.1 商品管理升级、A.2 客户升级已经完成实现，提交号 4f2fde7，通过了 12 项升级用例和 7 张升级后截图。重点一是 Sprint 1 基线的复测，把之前交付的东西在今天的机器上再证明一遍。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Sprint 1 的八项目标，全部达成，右边是对应的测试用例或截图。注意第一条「单品单卖」标了「已被 A.1 取代」——它只是 Sprint 1 的阶段约束，在挑战升级里被多商品和真实库存取代了，其余七条不变。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先讲重点二。A.1 商品管理升级，五条逐条对照：多商品——取消了单品单卖，可以同时上多件；二级分类——新增了分类实体和分类树；库存——每种商品有真实库存，成交扣一件，扣到零自动下架；查找——首页既能浏览多商品，也能按关键词和两级分类搜索；多媒体——多张图轮播，描述支持富媒体渲染。每条都对应一条测试用例，全部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A.2 客户升级，三条：客户可以自由注册，填用户名、密码、电话和默认交易地点，用户名唯一、密码至少六位；登录后下单会自动关联账号，能在「我的订单」里看到历史下单；商家这边能看到所有注册客户的信息（不返回密码），还能按客户查购买历史。客户鉴权和卖家鉴权是两套独立的 token，互不干扰，原来的免注册下单也保留了。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这一页是升级的量化证据。12 项升级用例 0 失败，7 张升级后截图。下面四张分别是商品详情（多图轮播、富媒体描述、库存）、客户注册、客户登录、卖家商品管理新版。加上前面两页的首页多商品列表、客户历史订单、卖家客户管理，七个升级界面全部覆盖。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下面是重点一，Sprint 1 基线复测。重新跑了 verify-api.ps1，14 个断言 0 失败，覆盖 TC-01 到 TC-13。左边是主链路，右边是几条最容易出错的规则。注意这个脚本是按「唯一在售」写的，A.1 升级后 TC-04 那条断言的语义已经变了，我们已把「产出多商品版自检脚本」列为遗留项。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买家端的两张基线实拍。左边首页，全站只有这一件商品；右边是凭口令码查询页，输入码就能看到自己排第几位。买家全程不需要注册。注意这里的「唯一在售」是升级前的基线状态，升级后首页已变成多商品列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卖家端三张基线截图：登录页、商品管理页、意向管理页。商品管理页能看到「单品单卖」的提示；意向管理页真实提交了三条意向，位次 1、2、3 清楚，而且界面特意标明卖家看不到买家的口令码。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除了截图，我们还录了一段完整的操作走查，用 Git LFS 传到仓库，约 112 MB。可以在 GitHub 直接点开看，或用这个链接。Wiki 的第二次评审页面也挂了同一个链接。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任务完成情况。第一次评审的 15 项任务保持完成。这一轮新增的是 A.1、A.2 的实现与验证，按模块归属列了六行：方浩昱负责商品模型和客户侧后端，王则凯负责商品接口层，丁月诚负责前端八个页面，测试执行和 12 项用例、7 张截图由方浩昱完成，我负责需求登记、报告和 PPT。另外两行是基线的复测补充。代码合并在一次提交里，所以表里注明按模块归属。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遗留项我如实列出，共六类：买家端历史浏览页没做、基线自检脚本需要多商品版、统计看板前端没接、意向终态命名要统一、并发没压测、录屏没做。它们都不影响基线闭环和 A.1、A.2 的主要验收，已写进第二次评审报告，后续按排期决定。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最后总结。左边是已达成：Sprint 1 八项目标全部达成、单品单卖闭环实测通过，A.1、A.2 挑战升级已经实现。中间是证据：接口 14 项、升级 12 项、12 张截图、视频和报告。右边是后续要关注的五项，其中多商品版自检脚本优先。一句话：基线已收尾，挑战升级已落地，商品侧和客户侧的每条升级要求都能落到具体用例和截图上。谢谢大家，欢迎提问。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005840"/>
            <a:ext cx="118872" cy="2011680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9601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 · 第二次阶段性评审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7E8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在线购物系统（挑战升级）· 单品单卖直销系统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收尾复测 · A.1 / A.2 挑战升级已实现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2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项基线断言 + A.1/A.2 升级 12 项用例 · 12 张界面截图 · 演示视频已归档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887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软件工程课程设计 · 第 4 组　|　2026-10-22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本周评审概览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两个重点：重点二 A.1/A.2 升级实现（前移），重点一 Sprint 1 基线复测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4028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/ A.2 升级实现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4f2fde7，31 文件，+1148 / −546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多商品 / 二级分类 / 库存 / 搜索 / 多媒体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 客户注册 / 历史下单 / 商家客户视图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项升级用例全过，7 张升级后截图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Sprint 1 基线复测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:8080 与前端 :5173 重新拉起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跑 14 项接口断言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浏览器自动化截关键页面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核对测试报告与端到端验证记录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基线「单品单卖」已交付并复测通过，本轮的增量是把 A.1 / A.2 挑战升级从「登记范围」变为「已实现、已联调、已验证」。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迭代目标达成情况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Sprint 1 八项目标：全部达成（目标 1 已被 A.1 升级取代）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463040"/>
                <a:gridCol w="23774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验证证据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单品单卖：同一时刻最多 1 件在售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已达成（已被 A.1 取代）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商品四态状态机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TC-08 / 10 / 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买家免注册提交意向（注册客户为新增可选）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TC-03 / 05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口令码机制（查询/改信息/撤销/失效）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TC-05 / 12 / 13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先到先得队列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TC-06 / 07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交易结果登记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TC-10 / 11 /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卖家后台（登录/管理/改密/上传）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TC-01 / 02 + 截图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回归基线（移除购物车与订单）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截图 01 / 04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项目标按当时定义 100% 达成；目标 1 的「单品单卖」约束在 A.1 中被显式取消（详见下一页）。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商品管理升级（已实现）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 · 多商品 / 二级分类 / 库存 / 搜索 / 多媒体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80160"/>
                <a:gridCol w="41605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升级后实现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多商品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取消单品单卖校验，可同时发布多件在售商品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TC-A1-01（3→4 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二级类别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 Category 实体与分类树，商品保存两级分类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TC-A1-02（3 个一级分类）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库存数量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 stock；成交扣 1，归零自动下架，有余量回在售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TC-A1-03/04（1→0）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查找方式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首页多商品列表（浏览）+ 关键词/分类筛选（搜索）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多媒体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多图（详情页轮播）+ 富媒体描述（v-html 渲染）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:\Users\yuanx\CodeBuddy\20260922075003\docs\wiki\screenshots\06-home-mult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364992"/>
            <a:ext cx="3200400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7548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首页多商品列表：浏览 + 搜索 + 两级分类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3931920" y="3364992"/>
            <a:ext cx="4754880" cy="137160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9" name="Text 5"/>
          <p:cNvSpPr/>
          <p:nvPr/>
        </p:nvSpPr>
        <p:spPr>
          <a:xfrm>
            <a:off x="4133088" y="3364992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实现要点：新增 Category 实体；Product 增加 stock / sales / images / categoryL2 / soldAt；publish 解除单品单卖限制；markSoldByTrade 成交扣减库存、归零自动下架；新增 GET /api/products/search 支持关键词 + 一级/二级分类。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4F71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A.2 客户升级（已实现）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 · 自由注册 / 历史下单 / 商家客户视图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25880"/>
                <a:gridCol w="457200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升级后实现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客户注册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Customer 实体 + 自由注册：用户名 / 密码 / 电话 / 默认交易地点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历史下单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登录取 token，意向关联 customerId，可查历史下单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TC-A2-02/03/04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客户视图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商家查看注册客户（不含密码）及购买历史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TC-A2-05/06（3 个客户）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:\Users\yuanx\CodeBuddy\20260922075003\docs\wiki\screenshots\10-customer-ord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670048"/>
            <a:ext cx="3931920" cy="17830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480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客户历史订单：状态 / 位次 / 口令码</a:t>
            </a:r>
            <a:endParaRPr lang="en-US" sz="850" dirty="0"/>
          </a:p>
        </p:txBody>
      </p:sp>
      <p:pic>
        <p:nvPicPr>
          <p:cNvPr id="8" name="Image 1" descr="C:\Users\yuanx\CodeBuddy\20260922075003\docs\wiki\screenshots\12-seller-custom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670048"/>
            <a:ext cx="3931920" cy="17830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754880" y="4480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卖家客户管理：注册客户列表 + 购买历史入口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/ A.2 升级验证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2026-10-22 实测 · 12 项升级用例全过 · 7 张升级后截图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升级用例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升级后截图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4f2fde7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实现提交</a:t>
            </a:r>
            <a:endParaRPr lang="en-US" sz="950" dirty="0"/>
          </a:p>
        </p:txBody>
      </p:sp>
      <p:pic>
        <p:nvPicPr>
          <p:cNvPr id="17" name="Image 0" descr="C:\Users\yuanx\CodeBuddy\20260922075003\docs\wiki\screenshots\07-product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286000"/>
            <a:ext cx="1965960" cy="1554480"/>
          </a:xfrm>
          <a:prstGeom prst="rect">
            <a:avLst/>
          </a:prstGeom>
        </p:spPr>
      </p:pic>
      <p:pic>
        <p:nvPicPr>
          <p:cNvPr id="18" name="Image 1" descr="C:\Users\yuanx\CodeBuddy\20260922075003\docs\wiki\screenshots\08-customer-regis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42032" y="2286000"/>
            <a:ext cx="1965960" cy="1554480"/>
          </a:xfrm>
          <a:prstGeom prst="rect">
            <a:avLst/>
          </a:prstGeom>
        </p:spPr>
      </p:pic>
      <p:pic>
        <p:nvPicPr>
          <p:cNvPr id="19" name="Image 2" descr="C:\Users\yuanx\CodeBuddy\20260922075003\docs\wiki\screenshots\09-customer-logi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6864" y="2286000"/>
            <a:ext cx="1965960" cy="1554480"/>
          </a:xfrm>
          <a:prstGeom prst="rect">
            <a:avLst/>
          </a:prstGeom>
        </p:spPr>
      </p:pic>
      <p:pic>
        <p:nvPicPr>
          <p:cNvPr id="20" name="Image 3" descr="C:\Users\yuanx\CodeBuddy\20260922075003\docs\wiki\screenshots\11-seller-products-v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11696" y="2286000"/>
            <a:ext cx="1965960" cy="1554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57200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商品详情：多图 + 富媒体 + 库存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2542032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客户注册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4626864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客户登录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6711696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卖家商品管理 v2（库存/分类/多图）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26" name="Text 20"/>
          <p:cNvSpPr/>
          <p:nvPr/>
        </p:nvSpPr>
        <p:spPr>
          <a:xfrm>
            <a:off x="658368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升级用例见《测试用例与运行说明》第八章（TC-A1-01~06 / TC-A2-01~06）；升级后界面截图 06~12 共 7 张。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接口实例测试：14 项断言全部通过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· 0 失败 · 覆盖 TC-01 ~ TC-13（2026-10-21，升级前基线）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通过断言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覆盖用例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核心交易链路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64008" cy="1874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覆盖链路（节选）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未登录访问卖家接口 → 401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登录取 token → 读取在售商品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已有在售时禁止发布第二件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3 条意向 → 位次 1/2/3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70916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377440"/>
            <a:ext cx="64008" cy="187452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23" name="Text 21"/>
          <p:cNvSpPr/>
          <p:nvPr/>
        </p:nvSpPr>
        <p:spPr>
          <a:xfrm>
            <a:off x="491032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关键规则（节选）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1032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非队首禁交易，队首交易自动冻结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冻结期拒绝新的购买意向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成交下架，其余意向离队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口令码失效，卖家侧不可见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界面验证 · 买家端（基线）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浏览器实拍 · 对应 TC-03（在售商品）与 TC-06（凭码查询）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24574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2-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3931920" cy="2457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买家端首页：唯一在售商品与购买入口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凭口令码查询排队位次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买家端只展示当前在售商品、不展示历史；提交意向即生成口令码，凭码可查位次、改信息、撤销。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界面验证 · 卖家端（基线）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商品管理 → 意向管理 · 对应 TC-02 / 04 / 05-07 / 12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16573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4-seller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097280"/>
            <a:ext cx="2651760" cy="1657350"/>
          </a:xfrm>
          <a:prstGeom prst="rect">
            <a:avLst/>
          </a:prstGeom>
        </p:spPr>
      </p:pic>
      <p:pic>
        <p:nvPicPr>
          <p:cNvPr id="7" name="Image 2" descr="C:\Users\yuanx\CodeBuddy\20260922075003\docs\wiki\screenshots\05-seller-int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2651760" cy="16573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720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卖家登录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324612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商品管理（单品单卖）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603504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意向管理（排队 1/2/3）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2" name="Text 7"/>
          <p:cNvSpPr/>
          <p:nvPr/>
        </p:nvSpPr>
        <p:spPr>
          <a:xfrm>
            <a:off x="658368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意向管理里真实提交了 3 条测试意向（Buyer1/2/3），位次 1/2/3；界面明确提示「卖家端不展示口令码」——这是需求里很关键的一条隐私约束。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演示视频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 Git LFS 归档至仓库，可在 GitHub 直接观看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0116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视频信息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文件：docs/media/sprint1-demo.mp4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大小：112.8 MB（Git LFS 托管）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内容：完整走查核心交易闭环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0116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观看方式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仓库内直接打开播放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或使用 media 直链下载 / 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第二次评审页已挂链接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solidFill>
            <a:srgbClr val="2B26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BE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https://github.com/kaskk345/pingxixi-online-shoppingplatform/blob/main/docs/media/sprint1-demo.mp4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同一链接已写入 GitHub Wiki「第 2 次阶段性评审报告」演示视频小节。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任务完成情况（更新）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A.1 / A.2 实现与验证分工（按模块归属），基线复测补充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9768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承担工作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成果物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方浩昱（后端②）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 商品模型与交易规则：库存/多图/二级分类字段、成交扣库存、归零自动下架、解除单品单卖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Product.java / ProductService.java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王则凯（后端①）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 接口层：商品发布/编辑/搜索、分类树与分类维护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ProductController / CategoryController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方浩昱（后端②）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A.2 客户侧：Customer 实体、注册登录与 token 鉴权、意向关联、历史下单、商家客户视图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Customer 系列 / CustomerInterceptor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丁月诚（前端）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首页多商品+搜索+分类、详情多图富媒体、客户注册/登录/订单、卖家商品/客户管理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个 Vue 页面 / router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方浩昱（测试执行）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A.1/A.2 用例设计与实测 12 项全过、7 张升级后截图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测试第八章 / screenshots 06~12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A.1/A.2 需求登记与状态更新，报告与 PPT 同步「已实现」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 / 讲述版 PPT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方浩昱（测试执行）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Sprint 1 基线复测：接口 14 项全过、5 张基线截图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本报告第三章 / screenshots 01~05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测试说明新增界面截图章节，整理第二次评审报告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测试用例第六章 / 本报告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口径：A.1/A.2 代码于 2026-10-22 合并在提交 4f2fde7 中（便于统一联调），上表按模块归属列示。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81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遗留问题与风险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均为增强项，不影响基线闭环与 A.1/A.2 主要验收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93192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买家端历史商品浏览页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后端已归档，前端浏览页未实现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买家无历史查看入口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基线自检脚本版本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verify-api.ps1 仍按「唯一在售」编写（TC-03/04）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需多商品版脚本回归全链路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数据统计看板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接口已有，前端未接入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无可视化统计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意向终态命名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VOID 与需求「失败」口径不一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文档/接口需统一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并发压测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同商品并发提交 / 扣库存未压测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高并发正确性未量化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运行录屏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已补 12 张截图，录屏尚未制作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演示材料有缺口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这些项已写入第二次评审报告的「遗留问题与风险」表；其中「基线自检脚本多商品化」为下一迭代优先补齐的工程项。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2514600" cy="54864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八项目标全部达成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单品单卖闭环实测通过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卖家后台与鉴权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免注册 + 口令码体系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/ A.2 升级已实现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097280"/>
            <a:ext cx="25146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 12 项用例全过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张界面实拍截图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演示视频已归档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第二次评审报告 + Wiki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097280"/>
            <a:ext cx="2514600" cy="54864"/>
          </a:xfrm>
          <a:prstGeom prst="rect">
            <a:avLst/>
          </a:prstGeom>
          <a:solidFill>
            <a:srgbClr val="8A6F47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后续关注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963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多商品版自检脚本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买家端历史浏览页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统计看板前端接入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终态命名口径统一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并发压测 / 运行录屏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661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pPr indent="0" marL="0">
              <a:buNone/>
            </a:pPr>
            <a:r>
              <a:rPr lang="en-US" sz="11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单品单卖闭环已实测通过并正式收尾；A.1 / A.2 挑战升级已实现、联调、验证，商品侧与客户侧升级要求逐条可验证。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 · 欢迎提问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第二周 · 第二次阶段性评审（讲述版）</dc:title>
  <dc:subject>PptxGenJS Presentation</dc:subject>
  <dc:creator>pingxixi 项目组</dc:creator>
  <cp:lastModifiedBy>pingxixi 项目组</cp:lastModifiedBy>
  <cp:revision>1</cp:revision>
  <dcterms:created xsi:type="dcterms:W3CDTF">2026-10-22T01:27:00Z</dcterms:created>
  <dcterms:modified xsi:type="dcterms:W3CDTF">2026-10-22T01:27:00Z</dcterms:modified>
</cp:coreProperties>
</file>