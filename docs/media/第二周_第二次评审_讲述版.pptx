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各位老师、同学好，我是第 4 组的何易。今天由我代表小组汇报第二周的进展，也就是第二次阶段性评审。这一周我们主要做了两件事：第一，把 Sprint 1 的交付物在真实运行环境下重新复测了一遍；第二，补齐界面截图和演示视频，作为可验证的证据。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先说本周的定位。Sprint 1 的功能在上一周已经交付，这一周我们不再新增功能，而是做复测和证据补齐。评审依据有四项：把前后端重新跑起来、执行接口自检脚本、用浏览器截关键页面、再核对之前的测试报告和端到端记录。目标就是证明：交付物在今天的机器上仍然能完整跑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 Sprint 1 定下的八项目标，我们逐条对照。可以看到全部是「已达成」，右边是对应的验证证据编号。我想强调，这不是凭感觉打勾，每一条都能落到具体的测试用例或者截图上。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接口是我最看重的证据。我们重新跑了 verify-api.ps1，一共 14 个断言，0 失败，覆盖 TC-01 到 TC-13 十三个用例。左边是主链路的覆盖，右边是几条最容易出错的规则：非队首不能交易、冻结期不能再收新意向、成交后口令码必须失效。这些都实测通过。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这是买家端的两张实拍。左边首页，全站只有这一件商品，价格、库存、购买入口都在；右边是凭口令码查询页，输入码就能看到自己排第几位。买家全程不需要注册。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卖家端三张：登录页、商品管理页、意向管理页。商品管理页能看到「单品单卖，同一时刻仅允许 1 件在售」的提示；意向管理页里我真实提交了三条意向，位次 1、2、3 很清楚，而且界面特意标明卖家看不到买家的口令码。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除了截图，我们还录了一段完整的操作走查，已经用 Git LFS 传到仓库，大约 112 MB。大家可以在 GitHub 里直接点开看，或者用下面这个链接。Wiki 的第二次评审页面里也挂了同一个链接。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任务完成情况：第一次评审的 15 项任务都保持完成状态。这一周额外补了两类工作，测试同学负责复测和截图，我负责文档、报告和 Wiki 页面。产出包括 5 张截图、1 段视频和这份第二次评审报告。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遗留项我如实列出，一共五类：历史浏览页前端没做、统计看板接口有但前端没接、口令码终态命名口径要统一、并发没压测、录屏没做。它们都不影响核心闭环，已经写进第二次评审报告，后续按排期决定。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最后做个结论。左边是已经达成的能力，中间是支撑结论的证据：14 项接口断言、5 张截图、视频和报告；右边是后续要关注的五项。一句话总结：Sprint 1 的单品单卖闭环已经完整实现、实测通过，八项目标全部达成，本周以复测和证据补齐正式收尾。我的汇报到这里，谢谢大家，欢迎提问。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Shape 1"/>
          <p:cNvSpPr/>
          <p:nvPr/>
        </p:nvSpPr>
        <p:spPr>
          <a:xfrm>
            <a:off x="868680" y="1005840"/>
            <a:ext cx="118872" cy="2011680"/>
          </a:xfrm>
          <a:prstGeom prst="rect">
            <a:avLst/>
          </a:prstGeom>
          <a:solidFill>
            <a:srgbClr val="A7BEAE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0" y="9601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第二周 · 第二次阶段性评审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7E8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在线购物系统（挑战升级）· 单品单卖直销系统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88720" y="2240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A2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Sprint 1 收尾复测 · 讲述版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26974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B2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 14 项断言全部通过 · 5 张界面截图 · 演示视频已归档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8872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9E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软件工程课程设计 · 第 4 组　|　2026-10-22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本周评审概览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Sprint 1 已交付，本周对运行态做复测与证据补齐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776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22402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评审依据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58368" y="1609344"/>
            <a:ext cx="364845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Spring Boot（:8080）与前端 Vue（:5173）重新拉起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运行接口自检脚本 verify-api.ps1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浏览器自动化对关键页面截图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核对测试报告与端到端验证记录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776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188720"/>
            <a:ext cx="64008" cy="2240280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11" name="Text 9"/>
          <p:cNvSpPr/>
          <p:nvPr/>
        </p:nvSpPr>
        <p:spPr>
          <a:xfrm>
            <a:off x="491032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本周目标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10328" y="1609344"/>
            <a:ext cx="364845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 Sprint 1 闭环在当前环境仍可复现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用接口测试给出量化结论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用界面截图与视频补齐演示证据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梳理遗留项，为后续排期提供依据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77724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657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</a:t>
            </a:r>
            <a:pPr indent="0" marL="0">
              <a:buNone/>
            </a:pPr>
            <a:r>
              <a:rPr lang="en-US" sz="11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这一周不是新做功能，而是把「已交付的东西」用可复现、可验证的方式证明一遍。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A7BEA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迭代目标达成情况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Sprint 1 八项目标：全部达成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023360"/>
                <a:gridCol w="1005840"/>
                <a:gridCol w="274320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验证证据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单品单卖：同一时刻最多 1 件在售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商品四态状态机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TC-08 / 10 / 11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买家免注册提交意向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TC-03 / 05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口令码机制（查询/改信息/撤销/失效）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TC-05 / 12 / 13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先到先得队列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TC-06 / 07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交易结果登记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TC-10 / 11 / 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卖家后台（登录/管理/改密/上传）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TC-01 / 02 + 截图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回归基线（移除购物车与订单）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截图 01 / 04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41148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buNone/>
            </a:pPr>
            <a:r>
              <a:rPr lang="en-US" sz="11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项目标 100% 达成，核心链路端到端符合预期。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接口实例测试：14 项断言全部通过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verify-api.ps1 · 0 失败 · 覆盖 TC-01 ~ TC-13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8E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通过断言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42032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42032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8E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542032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26864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626864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覆盖用例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711696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11696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711696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核心交易链路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397764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377440"/>
            <a:ext cx="64008" cy="187452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248716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覆盖链路（节选）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8368" y="2798064"/>
            <a:ext cx="364845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未登录访问卖家接口 → 401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登录取 token → 读取在售商品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已有在售时禁止发布第二件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 3 条意向 → 位次 1/2/3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4709160" y="2377440"/>
            <a:ext cx="397764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2377440"/>
            <a:ext cx="64008" cy="1874520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23" name="Text 21"/>
          <p:cNvSpPr/>
          <p:nvPr/>
        </p:nvSpPr>
        <p:spPr>
          <a:xfrm>
            <a:off x="4910328" y="248716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关键规则（节选）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910328" y="2798064"/>
            <a:ext cx="364845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非队首禁交易，队首交易自动冻结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冻结期拒绝新的购买意向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成交下架，其余意向离队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口令码失效，卖家侧不可见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界面验证 · 买家端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浏览器实拍 · 对应 TC-03（在售商品）与 TC-06（凭码查询）</a:t>
            </a:r>
            <a:endParaRPr lang="en-US" sz="1100" dirty="0"/>
          </a:p>
        </p:txBody>
      </p:sp>
      <p:pic>
        <p:nvPicPr>
          <p:cNvPr id="5" name="Image 0" descr="c:\Users\yuanx\CodeBuddy\20260922075003\docs\wiki\screenshots\0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931920" cy="2457450"/>
          </a:xfrm>
          <a:prstGeom prst="rect">
            <a:avLst/>
          </a:prstGeom>
        </p:spPr>
      </p:pic>
      <p:pic>
        <p:nvPicPr>
          <p:cNvPr id="6" name="Image 1" descr="c:\Users\yuanx\CodeBuddy\20260922075003\docs\wiki\screenshots\02-t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97280"/>
            <a:ext cx="3931920" cy="2457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买家端首页：唯一在售商品与购买入口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凭口令码查询排队位次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10" name="Text 6"/>
          <p:cNvSpPr/>
          <p:nvPr/>
        </p:nvSpPr>
        <p:spPr>
          <a:xfrm>
            <a:off x="658368" y="3977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买家端只展示当前在售商品、不展示历史；提交意向即生成口令码，凭码可查位次、改信息、撤销。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界面验证 · 卖家端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 → 商品管理 → 意向管理 · 对应 TC-02 / 04 / 05-07 / 12</a:t>
            </a:r>
            <a:endParaRPr lang="en-US" sz="1100" dirty="0"/>
          </a:p>
        </p:txBody>
      </p:sp>
      <p:pic>
        <p:nvPicPr>
          <p:cNvPr id="5" name="Image 0" descr="c:\Users\yuanx\CodeBuddy\20260922075003\docs\wiki\screenshots\03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2651760" cy="1657350"/>
          </a:xfrm>
          <a:prstGeom prst="rect">
            <a:avLst/>
          </a:prstGeom>
        </p:spPr>
      </p:pic>
      <p:pic>
        <p:nvPicPr>
          <p:cNvPr id="6" name="Image 1" descr="c:\Users\yuanx\CodeBuddy\20260922075003\docs\wiki\screenshots\04-seller-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097280"/>
            <a:ext cx="2651760" cy="1657350"/>
          </a:xfrm>
          <a:prstGeom prst="rect">
            <a:avLst/>
          </a:prstGeom>
        </p:spPr>
      </p:pic>
      <p:pic>
        <p:nvPicPr>
          <p:cNvPr id="7" name="Image 2" descr="c:\Users\yuanx\CodeBuddy\20260922075003\docs\wiki\screenshots\05-seller-inte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97280"/>
            <a:ext cx="2651760" cy="165735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57200" y="28163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卖家登录</a:t>
            </a:r>
            <a:endParaRPr lang="en-US" sz="950" dirty="0"/>
          </a:p>
        </p:txBody>
      </p:sp>
      <p:sp>
        <p:nvSpPr>
          <p:cNvPr id="9" name="Text 4"/>
          <p:cNvSpPr/>
          <p:nvPr/>
        </p:nvSpPr>
        <p:spPr>
          <a:xfrm>
            <a:off x="3246120" y="28163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商品管理（单品单卖）</a:t>
            </a:r>
            <a:endParaRPr lang="en-US" sz="950" dirty="0"/>
          </a:p>
        </p:txBody>
      </p:sp>
      <p:sp>
        <p:nvSpPr>
          <p:cNvPr id="10" name="Text 5"/>
          <p:cNvSpPr/>
          <p:nvPr/>
        </p:nvSpPr>
        <p:spPr>
          <a:xfrm>
            <a:off x="6035040" y="28163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意向管理（排队 1/2/3）</a:t>
            </a:r>
            <a:endParaRPr lang="en-US" sz="950" dirty="0"/>
          </a:p>
        </p:txBody>
      </p:sp>
      <p:sp>
        <p:nvSpPr>
          <p:cNvPr id="11" name="Shape 6"/>
          <p:cNvSpPr/>
          <p:nvPr/>
        </p:nvSpPr>
        <p:spPr>
          <a:xfrm>
            <a:off x="457200" y="3200400"/>
            <a:ext cx="8229600" cy="109728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12" name="Text 7"/>
          <p:cNvSpPr/>
          <p:nvPr/>
        </p:nvSpPr>
        <p:spPr>
          <a:xfrm>
            <a:off x="658368" y="32004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意向管理里真实提交了 3 条测试意向（Buyer1/2/3），位次 1/2/3；界面明确提示「卖家端不展示口令码」——这是需求里很关键的一条隐私约束。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演示视频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已通过 Git LFS 归档至仓库，可在 GitHub 直接观看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776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20116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视频信息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58368" y="1609344"/>
            <a:ext cx="3648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文件：docs/media/sprint1-demo.mp4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大小：112.8 MB（Git LFS 托管）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内容：完整走查核心交易闭环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776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188720"/>
            <a:ext cx="64008" cy="2011680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11" name="Text 9"/>
          <p:cNvSpPr/>
          <p:nvPr/>
        </p:nvSpPr>
        <p:spPr>
          <a:xfrm>
            <a:off x="491032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观看方式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10328" y="1609344"/>
            <a:ext cx="3648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仓库内直接打开播放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或使用 media 直链下载 / 播放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Wiki 第二次评审页已挂链接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8229600" cy="548640"/>
          </a:xfrm>
          <a:prstGeom prst="rect">
            <a:avLst/>
          </a:prstGeom>
          <a:solidFill>
            <a:srgbClr val="2B2622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383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BE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https://github.com/kaskk345/pingxixi-online-shoppingplatform/blob/main/docs/media/sprint1-demo.mp4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同一链接已写入 GitHub Wiki「第 2 次阶段性评审报告」2.3 节。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A7BEA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任务完成情况（更新）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第一次评审 15 项任务已完成，本次补充验证工作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931920"/>
                <a:gridCol w="25603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本次补充工作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成果物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戴英杰（测试）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对运行态复测接口自检，输出 14 项全过结论；补充 5 张 UI 截图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本报告、docs/wiki/screenshots/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何易（文档/组长）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在测试说明中新增界面截图章节；整理第二次评审报告与 Wiki 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测试用例与运行说明（第六章）、本报告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30632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口径说明：</a:t>
            </a:r>
            <a:pPr indent="0" marL="0">
              <a:buNone/>
            </a:pPr>
            <a:r>
              <a:rPr lang="en-US" sz="105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本周为 Sprint 1 收尾验证，不新增功能点；已交付的 15 项任务维持完成状态。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8368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补充产出：5 张界面截图、1 段演示视频（LFS）、第 2 次评审报告（仓库 + Wiki）。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817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遗留问题与风险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均为增强项，不影响核心闭环交付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114800"/>
                <a:gridCol w="2194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81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81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817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历史商品浏览页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后端已归档，前端浏览页未实现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无历史查看入口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数据统计看板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接口已有，前端未接入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无可视化统计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意向终态命名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VOID 与需求「失败」口径不一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文档/接口需统一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并发压测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同商品并发提交/冻结未压测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高并发正确性未量化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运行录屏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已补 5 张截图，录屏尚未制作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演示材料有缺口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这些项已写入第二次评审报告的「遗留问题与风险」表，后续是否纳入下一迭代以实际排期为准。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2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评审结论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2514600" cy="205740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097280"/>
            <a:ext cx="2514600" cy="54864"/>
          </a:xfrm>
          <a:prstGeom prst="rect">
            <a:avLst/>
          </a:prstGeom>
          <a:solidFill>
            <a:srgbClr val="6B8E7B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234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8E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已达成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" y="164592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单品单卖与四态状态机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免注册 + 口令码体系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先到先得队列与冻结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成交下架 / 失败恢复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卖家后台与鉴权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7560" y="1097280"/>
            <a:ext cx="2514600" cy="205740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1097280"/>
            <a:ext cx="2514600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/>
          <p:nvPr/>
        </p:nvSpPr>
        <p:spPr>
          <a:xfrm>
            <a:off x="3502152" y="1234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验证证据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02152" y="164592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 14 项断言全过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张界面实拍截图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演示视频已归档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第二次评审报告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Wiki 页面已上线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514600" cy="205740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1097280"/>
            <a:ext cx="2514600" cy="54864"/>
          </a:xfrm>
          <a:prstGeom prst="rect">
            <a:avLst/>
          </a:prstGeom>
          <a:solidFill>
            <a:srgbClr val="8A6F47"/>
          </a:solidFill>
          <a:ln/>
        </p:spPr>
      </p:sp>
      <p:sp>
        <p:nvSpPr>
          <p:cNvPr id="14" name="Text 12"/>
          <p:cNvSpPr/>
          <p:nvPr/>
        </p:nvSpPr>
        <p:spPr>
          <a:xfrm>
            <a:off x="6199632" y="1234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后续关注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99632" y="164592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历史浏览页前端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统计看板前端接入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终态命名口径统一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并发压测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运行录屏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6576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一句话总结：</a:t>
            </a:r>
            <a:pPr indent="0" marL="0">
              <a:buNone/>
            </a:pPr>
            <a:r>
              <a:rPr lang="en-US" sz="11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Sprint 1 的单品单卖闭环已完整实现并实测通过，八项目标全部达成，本周以复测与证据补齐正式收尾。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9E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感谢聆听 · 欢迎提问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第二周 · 第二次阶段性评审（讲述版）</dc:title>
  <dc:subject>PptxGenJS Presentation</dc:subject>
  <dc:creator>pingxixi 项目组</dc:creator>
  <cp:lastModifiedBy>pingxixi 项目组</cp:lastModifiedBy>
  <cp:revision>1</cp:revision>
  <dcterms:created xsi:type="dcterms:W3CDTF">2026-10-22T00:32:14Z</dcterms:created>
  <dcterms:modified xsi:type="dcterms:W3CDTF">2026-10-22T00:32:14Z</dcterms:modified>
</cp:coreProperties>
</file>