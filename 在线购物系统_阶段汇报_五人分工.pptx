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051560"/>
            <a:ext cx="118872" cy="19202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在线购物系统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（挑战升级）· 单品单卖直销系统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A29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阶段汇报 · 五人分工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6974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唯一一件在售商品 · 卖家单一账号 · 买家免注册凭口令码 · 线下交易 · 先到先得排队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188720" y="3337560"/>
            <a:ext cx="1298448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3375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3337560"/>
            <a:ext cx="1298448" cy="310896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3375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后端①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3337560"/>
            <a:ext cx="1298448" cy="310896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33375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后端②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03520" y="3337560"/>
            <a:ext cx="1298448" cy="310896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33375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3337560"/>
            <a:ext cx="1298448" cy="310896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33756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E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软件工程课程设计 · Scrum 迭代开发　|　2026-10-07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本次汇报怎么分工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五位成员按冲刺订单的认领任务，各自汇报负责部分的搭建情况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5727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1572768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前端开发（丁月诚）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1892808"/>
            <a:ext cx="12801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页面与交互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技术选型与工程结构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买家端与卖家端页面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状态驱动 UI 与口令码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84832" y="1325880"/>
            <a:ext cx="15727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325880"/>
            <a:ext cx="1572768" cy="45720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42032" y="13258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后端开发①（王则凯）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31136" y="1892808"/>
            <a:ext cx="12801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接口与认证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分层架构与统一规范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卖家登录与 X-Token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商品与意向接口清单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58184" y="1325880"/>
            <a:ext cx="15727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8184" y="1325880"/>
            <a:ext cx="1572768" cy="45720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17" name="Text 15"/>
          <p:cNvSpPr/>
          <p:nvPr/>
        </p:nvSpPr>
        <p:spPr>
          <a:xfrm>
            <a:off x="386791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15384" y="13258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后端开发②（方浩昱）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04488" y="1892808"/>
            <a:ext cx="12801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领域模型与状态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数据模型与三套枚举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商品四态状态机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先到先得队列与口令码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31536" y="1325880"/>
            <a:ext cx="15727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1325880"/>
            <a:ext cx="1572768" cy="45720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22" name="Text 20"/>
          <p:cNvSpPr/>
          <p:nvPr/>
        </p:nvSpPr>
        <p:spPr>
          <a:xfrm>
            <a:off x="554126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88736" y="13258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测试（戴英杰）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577840" y="1892808"/>
            <a:ext cx="12801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测试策略与完成定义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接口与端到端验证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并发异常与规则校验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04888" y="1325880"/>
            <a:ext cx="157276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04888" y="1325880"/>
            <a:ext cx="1572768" cy="457200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27" name="Text 25"/>
          <p:cNvSpPr/>
          <p:nvPr/>
        </p:nvSpPr>
        <p:spPr>
          <a:xfrm>
            <a:off x="721461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62088" y="132588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UI（何易）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51192" y="1892808"/>
            <a:ext cx="128016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文档与演示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文档体系与工作量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功能结构图与用例图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业务流程图 / 部署演示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1480" y="3520440"/>
            <a:ext cx="8321040" cy="658368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5204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本阶段目标：</a:t>
            </a:r>
            <a:pPr indent="0" marL="0">
              <a:buNone/>
            </a:pPr>
            <a:r>
              <a:rPr lang="en-US" sz="11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把「单品单卖」基线真正落地——全站同一时刻只有一件在售商品，买家免注册凭口令码排队，卖家按先到先得推进交易并登记结果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前端开发（丁月诚）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前端技术选型与工程结构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买家端与卖家后台同属一个 Vue 3 工程，共用 axios 拦截与路由守卫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3192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8745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44168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636776"/>
            <a:ext cx="36027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5：前端端口 5173，热更新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Plus：表单、弹窗、上传、标签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Router：买家端与 /seller 后台双区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Axios：统一 /api，自动带上 X-Token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4069080" cy="1874520"/>
          </a:xfrm>
          <a:prstGeom prst="rect">
            <a:avLst/>
          </a:prstGeom>
          <a:solidFill>
            <a:srgbClr val="2B2622"/>
          </a:solidFill>
          <a:ln w="9525">
            <a:solidFill>
              <a:srgbClr val="2B26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25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627632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       请求封装 + 401 拦截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router/    路由 + 卖家页登录守卫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utils/     status.js 状态中文映射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views/     Home 单品橱窗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Track 凭码查询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ProductDetail / 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seller/    ProductManage · IntentManage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D2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Password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364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前端页面（含 3 个卖家页）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329184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3364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24612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买家端页面（免注册）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3291840"/>
            <a:ext cx="26517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364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8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035040" y="3858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当前唯一在售商品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前端开发（丁月诚）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已实现的页面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买家侧围绕「看商品 → 提意向 → 凭码管理」，卖家侧围绕「管商品 → 推队列」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32918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买家端（无需注册）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931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" y="1773936"/>
            <a:ext cx="329184" cy="3291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17739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Home 单品橱窗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7627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展示唯一在售商品：大图、描述、价格、状态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931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706624"/>
            <a:ext cx="329184" cy="3291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27066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 凭码查询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10896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查排队位次、改姓名电话、撤销意向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493008"/>
            <a:ext cx="3931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" y="3639312"/>
            <a:ext cx="329184" cy="32918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" y="3639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ProductDetail 详情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0416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商品图文信息，可直接提交购买意向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931920" cy="329184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卖家后台（/seller，需登录）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627632"/>
            <a:ext cx="3931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19472" y="1773936"/>
            <a:ext cx="329184" cy="329184"/>
          </a:xfrm>
          <a:prstGeom prst="ellipse">
            <a:avLst/>
          </a:prstGeom>
          <a:solidFill>
            <a:srgbClr val="8E3B33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1773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17739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ProductManage 商品管理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217627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发布、编辑、冻结、解冻、手动下架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2560320"/>
            <a:ext cx="3931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19472" y="2706624"/>
            <a:ext cx="329184" cy="329184"/>
          </a:xfrm>
          <a:prstGeom prst="ellipse">
            <a:avLst/>
          </a:prstGeom>
          <a:solidFill>
            <a:srgbClr val="8E3B33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21808" y="27066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IntentManage 意向管理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310896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先到先得队列，开始交易与登记结果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493008"/>
            <a:ext cx="39319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19472" y="3639312"/>
            <a:ext cx="329184" cy="329184"/>
          </a:xfrm>
          <a:prstGeom prst="ellipse">
            <a:avLst/>
          </a:prstGeom>
          <a:solidFill>
            <a:srgbClr val="8E3B33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21808" y="3639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Password 修改密码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404164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校验原密码，修改后旧会话失效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前端开发（丁月诚）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前端难点与下一步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状态驱动 UI 与口令码交互是这一阶段新增的两个难点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9202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4416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状态驱动 UI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636776"/>
            <a:ext cx="23225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商品四态决定按钮可用性与文案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utils/status.js 集中管理中文映射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64008" cy="192024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34416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口令码交互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47288" y="1636776"/>
            <a:ext cx="23225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提交后弹出口令码并提示保存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自动跳转查询页，凭码看排队位次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234440"/>
            <a:ext cx="64008" cy="192024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1344168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登录态与上传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36208" y="1636776"/>
            <a:ext cx="232257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路由守卫校验 /seller 访问权限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图片上传后回显预览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83280"/>
            <a:ext cx="64008" cy="9144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45643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评价管理与营销位展示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历史商品只读浏览页（含意向人列表）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移动端自适应，为微信小程序端做准备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后端开发①（王则凯）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后端分层架构与统一规范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→ Service → Repository → Entity，统一返回与全局异常处理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937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344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920240" y="1234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/ Intent / Seller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200" y="12344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路由与参数校验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4937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92808"/>
            <a:ext cx="64008" cy="54864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8928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20240" y="18928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业务规则与状态流转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86200" y="18928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事务边界，抛 BizException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4937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51176"/>
            <a:ext cx="64008" cy="54864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55117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920240" y="25511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Data JPA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25511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持久化与队列查询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09544"/>
            <a:ext cx="49377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9544"/>
            <a:ext cx="64008" cy="54864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20954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920240" y="32095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张主表 + 3 套枚举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8620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默认，可切 MySQL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23560" y="1234440"/>
            <a:ext cx="3063240" cy="2679192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23560" y="1234440"/>
            <a:ext cx="3063240" cy="384048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12344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统一规范（common 包）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06440" y="1719072"/>
            <a:ext cx="2697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统一响应体 code + msg + data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BizException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业务异常统一抛，转成规范错误码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GlobalExceptionHandler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兜底捕获，不暴露堆栈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 + /uploads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跨域放开，图片目录映射为静态资源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8229600" cy="475488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40233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配置要点：</a:t>
            </a:r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H2 内存库，clone 即可跑，无需安装 MySQL。切换方式是放开 pom.xml 中 mysql-connector 注释并改 datasource。启动时自动建表并灌入示例商品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后端开发①（王则凯）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卖家认证：X-Token 拦截器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卖家走账号密码登录后台，全程不接触买家口令码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" y="1371600"/>
            <a:ext cx="329184" cy="329184"/>
          </a:xfrm>
          <a:prstGeom prst="ellipse">
            <a:avLst/>
          </a:prstGeom>
          <a:solidFill>
            <a:srgbClr val="8E3B33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371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卖家登录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18105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/api/seller/login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校验密码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签发 token 存入 TokenStore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08960" y="1847088"/>
            <a:ext cx="182880" cy="155448"/>
          </a:xfrm>
          <a:prstGeom prst="rightArrow">
            <a:avLst/>
          </a:prstGeom>
          <a:solidFill>
            <a:srgbClr val="B8504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2344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92424" y="1371600"/>
            <a:ext cx="329184" cy="329184"/>
          </a:xfrm>
          <a:prstGeom prst="ellipse">
            <a:avLst/>
          </a:prstGeom>
          <a:solidFill>
            <a:srgbClr val="8E3B33"/>
          </a:solidFill>
          <a:ln/>
        </p:spPr>
      </p:sp>
      <p:sp>
        <p:nvSpPr>
          <p:cNvPr id="15" name="Text 13"/>
          <p:cNvSpPr/>
          <p:nvPr/>
        </p:nvSpPr>
        <p:spPr>
          <a:xfrm>
            <a:off x="3392424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371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请求携带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18105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 请求拦截器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自动写入 X-Token 请求头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1847088"/>
            <a:ext cx="182880" cy="155448"/>
          </a:xfrm>
          <a:prstGeom prst="rightArrow">
            <a:avLst/>
          </a:prstGeom>
          <a:solidFill>
            <a:srgbClr val="B85042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12344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371600"/>
            <a:ext cx="329184" cy="329184"/>
          </a:xfrm>
          <a:prstGeom prst="ellipse">
            <a:avLst/>
          </a:prstGeom>
          <a:solidFill>
            <a:srgbClr val="8E3B33"/>
          </a:solidFill>
          <a:ln/>
        </p:spPr>
      </p:sp>
      <p:sp>
        <p:nvSpPr>
          <p:cNvPr id="21" name="Text 19"/>
          <p:cNvSpPr/>
          <p:nvPr/>
        </p:nvSpPr>
        <p:spPr>
          <a:xfrm>
            <a:off x="6181344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13716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拦截器校验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18105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AuthInterceptor.preHandle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取不到 sellerId 返回 401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solidFill>
            <a:srgbClr val="2B262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addPathPatterns("/api/seller/**")　　excludePathPatterns("/api/seller/login")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接口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3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说明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3B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/api/seller/login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登录，返回 token（默认 admin / admin123）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  /api/seller/password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修改密码，校验原密码与强度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/api/seller/upload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商品图片上传，返回可访问地址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 /api/seller/products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全部商品（含历史商品）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 /api/seller/intents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意向购买人列表（不含口令码）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后端开发①（王则凯）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核心接口清单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买家端围绕口令码，卖家端围绕队列推进，两侧互不暴露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566160"/>
                <a:gridCol w="39776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方法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路径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说明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/api/products/on-sale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当前唯一可购买商品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/api/intents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提交购买意向，返回口令码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/api/intents/track?code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凭码查排队位次与状态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/api/intents/track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凭码改姓名与电话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/api/intents/cancel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凭码撤销意向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/api/seller/intents/{id}/start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开始交易（仅队首，商品自动冻结）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/api/seller/intents/{id}/succeed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标记交易成功，商品下架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/api/seller/intents/{id}/fail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标记交易失败，商品恢复在售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/api/seller/intents/{id}/requeue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让失败意向重新排队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/api/seller/intents/{id}/void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将失败意向作废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/api/seller/products/{id}/freeze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6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卖家手动冻结商品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370832"/>
            <a:ext cx="8229600" cy="384048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3708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另有解冻 unfreeze、手动下架 off-shelf、编辑与发布接口，全部遵循 RESTful 风格并统一前缀 /api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后端开发②（方浩昱）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数据模型与三套枚举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两张主表承载全部业务，枚举以字符串落库便于排查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89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 商品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15636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description · imageUrl · category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· stock · sales · status · createdAt · soldAt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94560"/>
            <a:ext cx="64008" cy="86868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2494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purchase_intent 购买意向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25237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productId · code 口令码 · buyerName · buyerPhone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· result · queueTime 排队时间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51206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64008" cy="86868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209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seller 卖家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" y="348386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username · passwordHash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4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（系统唯一卖家，兼管理员）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6440" y="1234440"/>
            <a:ext cx="2880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06440" y="1234440"/>
            <a:ext cx="2880360" cy="384048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234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三套枚举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61888" y="1719072"/>
            <a:ext cx="2606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ProductStatus（商品四态）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ON_SALE 在售 · FROZEN 已冻结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OFF_SHELF 已下架 · RESTORED 已恢复在售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IntentStatus（意向六态）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WAITING 等候中 · TRADING 交易中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SUCCEEDED 成功 · FAILED 失败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VOID 已作废 · CANCELED 已撤销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买家不注册，因此没有买家表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2519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买家免注册，系统只按每次提交记录姓名与电话，不做身份识别，也不对同一人去重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后端开发②（方浩昱）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核心：商品四态状态机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交易成功直接下架，交易失败才恢复在售，冻结是中间态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5544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在售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51760" y="1325880"/>
            <a:ext cx="15544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E3B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已冻结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37760" y="1325880"/>
            <a:ext cx="15544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8A817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25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51760" y="2926080"/>
            <a:ext cx="15544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8E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2926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B8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已恢复在售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57400" y="1417320"/>
            <a:ext cx="502920" cy="155448"/>
          </a:xfrm>
          <a:prstGeom prst="rightArrow">
            <a:avLst/>
          </a:prstGeom>
          <a:solidFill>
            <a:srgbClr val="8E3B33"/>
          </a:solidFill>
          <a:ln/>
        </p:spPr>
      </p:sp>
      <p:sp>
        <p:nvSpPr>
          <p:cNvPr id="16" name="Text 14"/>
          <p:cNvSpPr/>
          <p:nvPr/>
        </p:nvSpPr>
        <p:spPr>
          <a:xfrm>
            <a:off x="1965960" y="11887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进入交易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1783080"/>
            <a:ext cx="502920" cy="155448"/>
          </a:xfrm>
          <a:prstGeom prst="leftArrow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1965960" y="201168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手动解冻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143000" y="1965960"/>
            <a:ext cx="155448" cy="868680"/>
          </a:xfrm>
          <a:prstGeom prst="upArrow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22860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51960" y="1481328"/>
            <a:ext cx="640080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164592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交易成功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2011680"/>
            <a:ext cx="155448" cy="868680"/>
          </a:xfrm>
          <a:prstGeom prst="downArrow">
            <a:avLst/>
          </a:prstGeom>
          <a:solidFill>
            <a:srgbClr val="6B8E7B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2240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交易失败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1554480" cy="594360"/>
          </a:xfrm>
          <a:prstGeom prst="rect">
            <a:avLst/>
          </a:prstGeom>
          <a:solidFill>
            <a:srgbClr val="E7E8D1"/>
          </a:solidFill>
          <a:ln w="9525">
            <a:solidFill>
              <a:srgbClr val="C9C2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26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2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发布后直接是「在售」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1325880"/>
            <a:ext cx="17373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325880"/>
            <a:ext cx="1737360" cy="36576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29" name="Text 27"/>
          <p:cNvSpPr/>
          <p:nvPr/>
        </p:nvSpPr>
        <p:spPr>
          <a:xfrm>
            <a:off x="7059168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不变量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086600" y="1783080"/>
            <a:ext cx="1508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可购买商品最多一件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冻结期不接受意向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已下架为终态只读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库存恒为 0 或 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97764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为什么关键：</a:t>
            </a:r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「单品单卖」要求可购买状态的商品严格唯一，所有状态转换都由 Service 层在事务内校验，非法流转直接抛业务异常。卖家也可在商品处于在售状态时手动下架，下架后即进入历史商品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后端开发②（方浩昱）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先到先得队列与口令码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买家凭码管自己的意向，卖家按队列推进交易，两侧视角分离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28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1828800" cy="2926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2344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提交意向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591056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生成口令码，进入队尾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40864" y="1673352"/>
            <a:ext cx="164592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234440"/>
            <a:ext cx="1828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E3B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234440"/>
            <a:ext cx="1828800" cy="292608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4" name="Text 12"/>
          <p:cNvSpPr/>
          <p:nvPr/>
        </p:nvSpPr>
        <p:spPr>
          <a:xfrm>
            <a:off x="2633472" y="12344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队首交易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0048" y="1591056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商品自动冻结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43984" y="1673352"/>
            <a:ext cx="164592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234440"/>
            <a:ext cx="1828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8E3B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234440"/>
            <a:ext cx="1828800" cy="292608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12344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标记结果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1591056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成功下架或失败恢复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47104" y="1673352"/>
            <a:ext cx="164592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0" y="1234440"/>
            <a:ext cx="182880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8E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34440"/>
            <a:ext cx="1828800" cy="292608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24" name="Text 22"/>
          <p:cNvSpPr/>
          <p:nvPr/>
        </p:nvSpPr>
        <p:spPr>
          <a:xfrm>
            <a:off x="6839712" y="123444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失败处置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76288" y="1591056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作废或重新排队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468880"/>
            <a:ext cx="3977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468880"/>
            <a:ext cx="64008" cy="12344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257860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买家侧：一个口令码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" y="2871216"/>
            <a:ext cx="36484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凭码查排队位次（前面还有几人）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凭码改姓名与电话，不改变位次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凭码撤销，队列后面的自动前移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468880"/>
            <a:ext cx="3977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468880"/>
            <a:ext cx="64008" cy="123444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32" name="Text 30"/>
          <p:cNvSpPr/>
          <p:nvPr/>
        </p:nvSpPr>
        <p:spPr>
          <a:xfrm>
            <a:off x="4910328" y="257860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卖家侧：看不到口令码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10328" y="2871216"/>
            <a:ext cx="36484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只看姓名、电话、提交时间与交易结果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只能与队首开始交易，不能跳位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失败后确认作废或重新排队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8229600" cy="749808"/>
          </a:xfrm>
          <a:prstGeom prst="rect">
            <a:avLst/>
          </a:prstGeom>
          <a:solidFill>
            <a:srgbClr val="2B2622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388620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BE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重新排队：</a:t>
            </a:r>
            <a:pPr indent="0" marL="0">
              <a:buNone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排队时间刷新后位次重置到队尾，买家侧仍是原来那个码，卖家侧按新时间另记一条。口令码在交易结束或商品下架后失效。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测试（戴英杰）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测试策略与完成定义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先覆盖状态流转与队列规则，再补接口与端到端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1883664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85216" y="16093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状态机全路径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队列位次计算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5216" y="2139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JUnit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23744" y="1234440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23744" y="1234440"/>
            <a:ext cx="1883664" cy="310896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4" name="Text 12"/>
          <p:cNvSpPr/>
          <p:nvPr/>
        </p:nvSpPr>
        <p:spPr>
          <a:xfrm>
            <a:off x="2615184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接口测试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51760" y="16093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参数校验与异常分支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2139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Postman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90288" y="1234440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0288" y="1234440"/>
            <a:ext cx="1883664" cy="310896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19" name="Text 17"/>
          <p:cNvSpPr/>
          <p:nvPr/>
        </p:nvSpPr>
        <p:spPr>
          <a:xfrm>
            <a:off x="4681728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18304" y="16093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提交到成交主流程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含失败与重排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2139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真机走查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56832" y="1234440"/>
            <a:ext cx="188366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56832" y="1234440"/>
            <a:ext cx="1883664" cy="310896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24" name="Text 22"/>
          <p:cNvSpPr/>
          <p:nvPr/>
        </p:nvSpPr>
        <p:spPr>
          <a:xfrm>
            <a:off x="6748272" y="1234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规则校验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784848" y="160934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跳队、冻结期提交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口令码失效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84848" y="2139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脚本验证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2606040"/>
            <a:ext cx="3977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606040"/>
            <a:ext cx="64008" cy="178308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完成定义 DoD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代码通过 Code Review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核心状态流转有覆盖且通过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接口文档同步更新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P0 / P1 遗留缺陷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可在测试环境演示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606040"/>
            <a:ext cx="39776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606040"/>
            <a:ext cx="64008" cy="1783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3" name="Text 31"/>
          <p:cNvSpPr/>
          <p:nvPr/>
        </p:nvSpPr>
        <p:spPr>
          <a:xfrm>
            <a:off x="4910328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用例设计方法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10328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等价类：合法与非法状态组合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边界值：库存 0 与 1、队列首尾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状态迁移：每条转换正反各一例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场景法：按真实购买流程串联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测试（戴英杰）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端到端验证结果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主流程与关键规则约束均已实测通过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D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D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实测结果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D7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提交三条意向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连续提交三人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各得唯一口令码，位次 1 / 2 / 3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排队位次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凭码查询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N 位，前面人数正确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跳队拦截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对非队首开始交易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拒绝，提示先到先得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自动冻结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队首开始交易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TRADING，商品转 FROZEN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冻结期提交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冻结中提交新意向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拒绝，提示商品交易中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交易失败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标记失败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商品转 RESTORED 已恢复在售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重新排队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失败意向重排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沿用原码，位次重置到队尾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交易成功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标记成功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 OFF_SHELF，其余作废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口令码失效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下架后改或撤销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6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拒绝，提示口令码已失效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主流程：</a:t>
            </a:r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卖家发布商品，买家提交意向拿到口令码，卖家与队首开始交易后商品自动冻结，线下交易完成登记成功则商品下架，登记失败则商品恢复在售并由卖家决定作废或重新排队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测试（戴英杰）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规则校验与缺陷管理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把容易翻车的规则单独拎出来验证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09728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34416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先到先得约束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1636776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只能与队首开始交易，卖家不能跳位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非队首操作返回业务异常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64008" cy="109728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34416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冻结期保护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10328" y="1636776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冻结期间不接受新的购买意向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手动冻结与交易冻结共用同一状态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64008" cy="109728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57860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口令码生命周期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2871216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交易结束或商品下架后失效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失效后不能再查询、修改或撤销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46888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468880"/>
            <a:ext cx="64008" cy="1097280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257860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单品单卖约束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10328" y="2871216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已有可购买商品时禁止发布新商品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库存恒为 1，售出归 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38221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缺陷闭环：发现 → 登记复现步骤 → 定级 → 指派修复 → 回归验证 → 关闭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133088"/>
            <a:ext cx="1051560" cy="292608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856232" y="4206240"/>
            <a:ext cx="237744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28" name="Shape 26"/>
          <p:cNvSpPr/>
          <p:nvPr/>
        </p:nvSpPr>
        <p:spPr>
          <a:xfrm>
            <a:off x="2130552" y="4133088"/>
            <a:ext cx="1051560" cy="292608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29" name="Text 27"/>
          <p:cNvSpPr/>
          <p:nvPr/>
        </p:nvSpPr>
        <p:spPr>
          <a:xfrm>
            <a:off x="2130552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9544" y="4206240"/>
            <a:ext cx="237744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31" name="Shape 29"/>
          <p:cNvSpPr/>
          <p:nvPr/>
        </p:nvSpPr>
        <p:spPr>
          <a:xfrm>
            <a:off x="3483864" y="4133088"/>
            <a:ext cx="1051560" cy="292608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32" name="Text 30"/>
          <p:cNvSpPr/>
          <p:nvPr/>
        </p:nvSpPr>
        <p:spPr>
          <a:xfrm>
            <a:off x="3483864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62856" y="4206240"/>
            <a:ext cx="237744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34" name="Shape 32"/>
          <p:cNvSpPr/>
          <p:nvPr/>
        </p:nvSpPr>
        <p:spPr>
          <a:xfrm>
            <a:off x="4837176" y="4133088"/>
            <a:ext cx="1051560" cy="292608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35" name="Text 33"/>
          <p:cNvSpPr/>
          <p:nvPr/>
        </p:nvSpPr>
        <p:spPr>
          <a:xfrm>
            <a:off x="4837176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16168" y="4206240"/>
            <a:ext cx="237744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37" name="Shape 35"/>
          <p:cNvSpPr/>
          <p:nvPr/>
        </p:nvSpPr>
        <p:spPr>
          <a:xfrm>
            <a:off x="6190488" y="4133088"/>
            <a:ext cx="1051560" cy="292608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38" name="Text 36"/>
          <p:cNvSpPr/>
          <p:nvPr/>
        </p:nvSpPr>
        <p:spPr>
          <a:xfrm>
            <a:off x="6190488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69480" y="4206240"/>
            <a:ext cx="237744" cy="155448"/>
          </a:xfrm>
          <a:prstGeom prst="rightArrow">
            <a:avLst/>
          </a:prstGeom>
          <a:solidFill>
            <a:srgbClr val="8A8178"/>
          </a:solidFill>
          <a:ln/>
        </p:spPr>
      </p:sp>
      <p:sp>
        <p:nvSpPr>
          <p:cNvPr id="40" name="Shape 38"/>
          <p:cNvSpPr/>
          <p:nvPr/>
        </p:nvSpPr>
        <p:spPr>
          <a:xfrm>
            <a:off x="7543800" y="4133088"/>
            <a:ext cx="1051560" cy="292608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41" name="Text 39"/>
          <p:cNvSpPr/>
          <p:nvPr/>
        </p:nvSpPr>
        <p:spPr>
          <a:xfrm>
            <a:off x="7543800" y="41330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关闭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UI（何易）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文档体系与工作量估算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需求、任务与实现三层可双向追溯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075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A6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产品订单故事点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13075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42032" y="1801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26864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3075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26864" y="1801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 Epic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11696" y="1234440"/>
            <a:ext cx="19659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11696" y="13075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8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11696" y="18013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冲刺任务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8229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212848"/>
            <a:ext cx="64008" cy="2834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221284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212848"/>
            <a:ext cx="5212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项目说明、快速开始、接口一览、协作规范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523744"/>
            <a:ext cx="8229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523744"/>
            <a:ext cx="64008" cy="283464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252374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产品订单 Product Backlog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2523744"/>
            <a:ext cx="5212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特性 + 45 用户故事，MoSCoW 优先级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8229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834640"/>
            <a:ext cx="64008" cy="283464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283464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冲刺订单 Sprint Backlog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2834640"/>
            <a:ext cx="5212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 个任务、估算工时、完成情况与签名认领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145536"/>
            <a:ext cx="8229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145536"/>
            <a:ext cx="64008" cy="283464"/>
          </a:xfrm>
          <a:prstGeom prst="rect">
            <a:avLst/>
          </a:prstGeom>
          <a:solidFill>
            <a:srgbClr val="4F6D7A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" y="314553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三张设计图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37560" y="3145536"/>
            <a:ext cx="5212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功能结构图、用例图、买家购买业务流程图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456432"/>
            <a:ext cx="8229600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456432"/>
            <a:ext cx="64008" cy="283464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" y="345643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需求澄清记录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3456432"/>
            <a:ext cx="5212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与助教确认的单品单卖与口令码规则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8229600" cy="713232"/>
          </a:xfrm>
          <a:prstGeom prst="rect">
            <a:avLst/>
          </a:prstGeom>
          <a:solidFill>
            <a:srgbClr val="E7E8D1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" y="384048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可追溯性：</a:t>
            </a:r>
            <a:pPr indent="0" marL="0">
              <a:buNone/>
            </a:pPr>
            <a:r>
              <a:rPr lang="en-US" sz="1050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产品订单的每条用户故事对应冲刺订单的具体任务，任务再对应到代码提交，评审时可按故事编号逐条验收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UI（何易）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需求分析产出（一）：功能结构图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系统拆为买家端、卖家后台与系统任务三层，是任务拆解的依据</a:t>
            </a:r>
            <a:endParaRPr lang="en-US" sz="1100" dirty="0"/>
          </a:p>
        </p:txBody>
      </p:sp>
      <p:pic>
        <p:nvPicPr>
          <p:cNvPr id="7" name="Image 0" descr="C:\Users\yuanx\CodeBuddy\20260922075003\图1_在线购物系统功能结构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229600" cy="16987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1  在线购物系统功能结构图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358444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买家端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8368" y="3877056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浏览在售商品、提交购买意向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凭口令码查询位次与管理自己的意向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347472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3474720"/>
            <a:ext cx="64008" cy="1097280"/>
          </a:xfrm>
          <a:prstGeom prst="rect">
            <a:avLst/>
          </a:prstGeom>
          <a:solidFill>
            <a:srgbClr val="8E3B33"/>
          </a:solidFill>
          <a:ln/>
        </p:spPr>
      </p:sp>
      <p:sp>
        <p:nvSpPr>
          <p:cNvPr id="15" name="Text 12"/>
          <p:cNvSpPr/>
          <p:nvPr/>
        </p:nvSpPr>
        <p:spPr>
          <a:xfrm>
            <a:off x="4910328" y="3584448"/>
            <a:ext cx="3648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卖家后台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10328" y="3877056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发布并管理唯一在售商品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按先到先得推进交易并登记结果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UI（何易）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需求分析产出（二）：用例图与业务流程图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左图回答谁用什么功能，右图描述从意向到成交的完整分支</a:t>
            </a:r>
            <a:endParaRPr lang="en-US" sz="1100" dirty="0"/>
          </a:p>
        </p:txBody>
      </p:sp>
      <p:pic>
        <p:nvPicPr>
          <p:cNvPr id="7" name="Image 0" descr="C:\Users\yuanx\CodeBuddy\20260922075003\图2_在线购物系统用例图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389120" cy="31032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4074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2  用例图：买家（游客）与卖家（店主）</a:t>
            </a:r>
            <a:endParaRPr lang="en-US" sz="950" dirty="0"/>
          </a:p>
        </p:txBody>
      </p:sp>
      <p:pic>
        <p:nvPicPr>
          <p:cNvPr id="9" name="Image 1" descr="C:\Users\yuanx\CodeBuddy\20260922075003\图3_买家购买商品业务流程图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80160"/>
            <a:ext cx="2580963" cy="3099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0" y="440740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E3B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 3  买家购买业务流程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1089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/ UI（何易）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27632" y="256032"/>
            <a:ext cx="6126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6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部署步骤与演示脚本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两条命令启动，默认免装数据库，评审现场可一键演示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977640" cy="1371600"/>
          </a:xfrm>
          <a:prstGeom prst="rect">
            <a:avLst/>
          </a:prstGeom>
          <a:solidFill>
            <a:srgbClr val="2B2622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启动后端（端口 8080）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spring-boot:run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0116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启动前端（端口 5173）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1792" y="22311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frontend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&amp;&amp; npm run dev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3977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34440"/>
            <a:ext cx="3977640" cy="329184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234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默认账号与环境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64608" y="162763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卖家账号：admin / admin123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数据库：H2 内存库，可切 MySQL 8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环境：JDK 21 · Maven 3.9 · Node 18+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浏览器打开 http://localhost:5173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32918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7889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评审演示脚本（约 3 分钟）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337560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330098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首页看到商品并提交意向拿口令码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3246120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55848" y="3337560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03320" y="330098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凭口令码查询排队位次与状态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3246120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3337560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6144768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330098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与队首开始交易，商品自动冻结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13048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904488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386791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线下交易后登记成功，商品下架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3813048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3904488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703320" y="386791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演示失败路径：商品恢复在售并重新排队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813048"/>
            <a:ext cx="2651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D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44768" y="3904488"/>
            <a:ext cx="292608" cy="29260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0" name="Text 38"/>
          <p:cNvSpPr/>
          <p:nvPr/>
        </p:nvSpPr>
        <p:spPr>
          <a:xfrm>
            <a:off x="6144768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92240" y="3867912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商品下架后再查口令码，提示已失效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0" y="4617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2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阶段总结与下一步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2514600" cy="201168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143000"/>
            <a:ext cx="2514600" cy="54864"/>
          </a:xfrm>
          <a:prstGeom prst="rect">
            <a:avLst/>
          </a:prstGeom>
          <a:solidFill>
            <a:srgbClr val="6B8E7B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280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8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691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单品单卖：可购买商品严格唯一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买家免注册，凭口令码排队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先到先得队列与位次查询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交易成功下架、失败恢复在售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卖家手动冻结、解冻与下架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514600" cy="201168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1143000"/>
            <a:ext cx="251460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280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1691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历史商品只读浏览页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意向人列表按商品维度查看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数据统计看板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接口文档与燃尽图更新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43000"/>
            <a:ext cx="2514600" cy="201168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143000"/>
            <a:ext cx="2514600" cy="54864"/>
          </a:xfrm>
          <a:prstGeom prst="rect">
            <a:avLst/>
          </a:prstGeom>
          <a:solidFill>
            <a:srgbClr val="8A6F47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1280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F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691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评价管理与营销位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移动端自适应与小程序端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接口限流与防刷单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切换到 MySQL 持久化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solidFill>
            <a:srgbClr val="3A33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03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</a:t>
            </a:r>
            <a:pPr indent="0" marL="0">
              <a:buNone/>
            </a:pPr>
            <a:r>
              <a:rPr lang="en-US" sz="1150" dirty="0">
                <a:solidFill>
                  <a:srgbClr val="D8D2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单品单卖的基线闭环已经全部落地并实测通过，接下来补齐历史追溯与移动端触达能力。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E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　·　欢迎提问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在线购物系统（挑战升级）阶段汇报</dc:title>
  <dc:subject>PptxGenJS Presentation</dc:subject>
  <dc:creator>pingxixi 项目组</dc:creator>
  <cp:lastModifiedBy>pingxixi 项目组</cp:lastModifiedBy>
  <cp:revision>1</cp:revision>
  <dcterms:created xsi:type="dcterms:W3CDTF">2026-10-07T11:07:15Z</dcterms:created>
  <dcterms:modified xsi:type="dcterms:W3CDTF">2026-10-07T11:07:15Z</dcterms:modified>
</cp:coreProperties>
</file>